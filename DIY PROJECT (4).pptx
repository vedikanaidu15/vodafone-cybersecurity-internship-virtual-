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7665" y="3051111"/>
            <a:ext cx="8565295" cy="1952386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</a:rPr>
              <a:t>VEDIKA NAIDU</a:t>
            </a:r>
            <a:endParaRPr lang="en-IN" sz="2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665" y="2050553"/>
            <a:ext cx="10163926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dirty="0"/>
              <a:t>Perform DoS Attack (Simulation/Demonstration)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Computer networks are vulnerable to cyber attacks such as Denial of Service (DoS).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DoS attacks overload a system with excessive requests, making it unavailable to users.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Understanding such attacks is important for building secure systems.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A controlled demonstration helps analyze the behavior and impact of DoS attacks safely</a:t>
            </a:r>
            <a:r>
              <a:rPr lang="en-US" sz="2800" dirty="0"/>
              <a:t>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Project Description</a:t>
            </a:r>
            <a:br>
              <a:rPr lang="en-GB" sz="3600" dirty="0"/>
            </a:br>
            <a:br>
              <a:rPr lang="en-GB" dirty="0"/>
            </a:br>
            <a:r>
              <a:rPr lang="en-US" sz="2000" b="0" dirty="0"/>
              <a:t>• This project demonstrates how a DoS attack affects a network/system.</a:t>
            </a:r>
            <a:br>
              <a:rPr lang="en-US" sz="2000" b="0" dirty="0"/>
            </a:br>
            <a:br>
              <a:rPr lang="en-US" sz="2000" b="0" dirty="0"/>
            </a:br>
            <a:r>
              <a:rPr lang="en-US" sz="2000" b="0" dirty="0"/>
              <a:t>• Multiple requests are sent to a target to simulate traffic overload.</a:t>
            </a:r>
            <a:br>
              <a:rPr lang="en-US" sz="2000" b="0" dirty="0"/>
            </a:br>
            <a:br>
              <a:rPr lang="en-US" sz="2000" b="0" dirty="0"/>
            </a:br>
            <a:r>
              <a:rPr lang="en-US" sz="2000" b="0" dirty="0"/>
              <a:t>• The system performance is monitored during the attack.</a:t>
            </a:r>
            <a:br>
              <a:rPr lang="en-US" sz="2000" b="0" dirty="0"/>
            </a:br>
            <a:br>
              <a:rPr lang="en-US" sz="2000" b="0" dirty="0"/>
            </a:br>
            <a:r>
              <a:rPr lang="en-US" sz="2000" b="0" dirty="0"/>
              <a:t>• The demonstration helps understand how services become slow or unavailable.</a:t>
            </a:r>
            <a:br>
              <a:rPr lang="en-US" sz="2000" b="0" dirty="0"/>
            </a:br>
            <a:br>
              <a:rPr lang="en-US" sz="2000" b="0" dirty="0"/>
            </a:br>
            <a:r>
              <a:rPr lang="en-US" sz="2000" b="0" dirty="0"/>
              <a:t>• Focus is on learning impact and prevention, not real-world misuse.</a:t>
            </a:r>
            <a:br>
              <a:rPr lang="en-GB" sz="2200" dirty="0"/>
            </a:b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Cybersecurity Students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Network Administrators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Ethical Hackers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Researchers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Security Professionals</a:t>
            </a: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Python / Simulation Tools (as per your project)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Networking Concepts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TCP/UDP Protocols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Local Environment / Lab Setup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Monitoring Tools for performance analysis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431693"/>
            <a:ext cx="7720295" cy="39800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• Successfully demonstrated DoS attack behavior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Observed high traffic on target system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System performance degraded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Delay and possible service interruption occurred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Understood impact of excessive requests on network stability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554</TotalTime>
  <Words>230</Words>
  <Application>Microsoft Office PowerPoint</Application>
  <PresentationFormat>Widescreen</PresentationFormat>
  <Paragraphs>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 Perform DoS Attack (Simulation/Demonstration)</vt:lpstr>
      <vt:lpstr>PROBLEM  STATEMENT</vt:lpstr>
      <vt:lpstr>Project Description  • This project demonstrates how a DoS attack affects a network/system.  • Multiple requests are sent to a target to simulate traffic overload.  • The system performance is monitored during the attack.  • The demonstration helps understand how services become slow or unavailable.  • Focus is on learning impact and prevention, not real-world misuse.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Vedika Naidu</cp:lastModifiedBy>
  <cp:revision>74</cp:revision>
  <dcterms:created xsi:type="dcterms:W3CDTF">2021-07-11T13:13:15Z</dcterms:created>
  <dcterms:modified xsi:type="dcterms:W3CDTF">2026-04-07T08:10:46Z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