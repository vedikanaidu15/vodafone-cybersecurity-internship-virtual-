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4/7/2026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4/7/2026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7707" y="2864499"/>
            <a:ext cx="8705254" cy="2138998"/>
          </a:xfrm>
        </p:spPr>
        <p:txBody>
          <a:bodyPr>
            <a:normAutofit/>
          </a:bodyPr>
          <a:lstStyle/>
          <a:p>
            <a:pPr algn="ctr"/>
            <a:r>
              <a:rPr lang="en-US" sz="2800" b="0" dirty="0">
                <a:solidFill>
                  <a:schemeClr val="tx1"/>
                </a:solidFill>
              </a:rPr>
              <a:t>VEDIKA NAIDU</a:t>
            </a:r>
            <a:endParaRPr lang="en-IN" sz="28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06" y="2050553"/>
            <a:ext cx="10303885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 </a:t>
            </a:r>
            <a:r>
              <a:rPr lang="en-US" dirty="0"/>
              <a:t>Develop a Secure Website to Prevent SQL Injection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Web applications are vulnerable to SQL Injection attacks.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Attackers can manipulate database queries to access or modify sensitive data.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This can lead to data breaches, unauthorized access, and system compromise.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There is a need to develop secure websites that prevent such attacks.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sz="3100" dirty="0"/>
              <a:t>Project Description</a:t>
            </a:r>
            <a:br>
              <a:rPr lang="en-GB" sz="3100" dirty="0"/>
            </a:br>
            <a:br>
              <a:rPr lang="en-GB" sz="3100" dirty="0"/>
            </a:br>
            <a:r>
              <a:rPr lang="en-US" sz="2200" b="0" dirty="0"/>
              <a:t>• This project focuses on developing a secure website that prevents SQL Injection attacks.</a:t>
            </a:r>
            <a:br>
              <a:rPr lang="en-US" sz="2200" b="0" dirty="0"/>
            </a:br>
            <a:br>
              <a:rPr lang="en-US" sz="2200" b="0" dirty="0"/>
            </a:br>
            <a:r>
              <a:rPr lang="en-US" sz="2200" b="0" dirty="0"/>
              <a:t>• Input validation and sanitization techniques are implemented.</a:t>
            </a:r>
            <a:br>
              <a:rPr lang="en-US" sz="2200" b="0" dirty="0"/>
            </a:br>
            <a:br>
              <a:rPr lang="en-US" sz="2200" b="0" dirty="0"/>
            </a:br>
            <a:r>
              <a:rPr lang="en-US" sz="2200" b="0" dirty="0"/>
              <a:t>• Secure database queries (parameterized queries) are used.</a:t>
            </a:r>
            <a:br>
              <a:rPr lang="en-US" sz="2200" b="0" dirty="0"/>
            </a:br>
            <a:br>
              <a:rPr lang="en-US" sz="2200" b="0" dirty="0"/>
            </a:br>
            <a:r>
              <a:rPr lang="en-US" sz="2200" b="0" dirty="0"/>
              <a:t>• The system ensures that user inputs do not affect database structure.</a:t>
            </a:r>
            <a:br>
              <a:rPr lang="en-US" sz="2200" b="0" dirty="0"/>
            </a:br>
            <a:br>
              <a:rPr lang="en-US" sz="2200" b="0" dirty="0"/>
            </a:br>
            <a:r>
              <a:rPr lang="en-US" sz="2200" b="0" dirty="0"/>
              <a:t>• The project demonstrates how to protect web applications from common vulnerabilities.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Web Developers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Cybersecurity Professionals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Organizations handling user data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IT Security Teams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Students learning secure coding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Programming Language: Python / PHP / HTML (as per your project)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Database: MySQL / SQLite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Concepts: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Input Validation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Parameterized Queries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Authentication Security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Web Development Tools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3" y="1431693"/>
            <a:ext cx="6882091" cy="37374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• Successfully implemented secure login system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• SQL Injection attacks were prevented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• User inputs were safely handled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• Database remained protected from malicious queries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• Improved overall application security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554</TotalTime>
  <Words>229</Words>
  <Application>Microsoft Office PowerPoint</Application>
  <PresentationFormat>Widescreen</PresentationFormat>
  <Paragraphs>40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Project Title - Develop a Secure Website to Prevent SQL Injection</vt:lpstr>
      <vt:lpstr>PROBLEM  STATEMENT</vt:lpstr>
      <vt:lpstr>Project Description  • This project focuses on developing a secure website that prevents SQL Injection attacks.  • Input validation and sanitization techniques are implemented.  • Secure database queries (parameterized queries) are used.  • The system ensures that user inputs do not affect database structure.  • The project demonstrates how to protect web applications from common vulnerabilities.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Vedika Naidu</cp:lastModifiedBy>
  <cp:revision>74</cp:revision>
  <dcterms:created xsi:type="dcterms:W3CDTF">2021-07-11T13:13:15Z</dcterms:created>
  <dcterms:modified xsi:type="dcterms:W3CDTF">2026-04-07T08:22:59Z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