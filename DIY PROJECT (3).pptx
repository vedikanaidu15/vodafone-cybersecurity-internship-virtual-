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4/7/2026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84989" y="3088433"/>
            <a:ext cx="8527972" cy="1915063"/>
          </a:xfrm>
        </p:spPr>
        <p:txBody>
          <a:bodyPr>
            <a:normAutofit/>
          </a:bodyPr>
          <a:lstStyle/>
          <a:p>
            <a:pPr algn="ctr"/>
            <a:r>
              <a:rPr lang="en-US" sz="2800" b="0" dirty="0">
                <a:solidFill>
                  <a:schemeClr val="tx1"/>
                </a:solidFill>
              </a:rPr>
              <a:t>VEDIKA NAIDU</a:t>
            </a:r>
            <a:endParaRPr lang="en-IN" sz="28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780" y="2050553"/>
            <a:ext cx="10555811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 </a:t>
            </a:r>
            <a:r>
              <a:rPr lang="en-IN" dirty="0"/>
              <a:t>Steganography – Hiding Message in an Image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Secure communication is important in today's digital world.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Traditional encryption protects data but still reveals that communication exists.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There is a need for techniques to hide the existence of sensitive information.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Steganography helps hide messages inside images to ensure privacy and security.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Project Description</a:t>
            </a:r>
            <a:br>
              <a:rPr lang="en-GB" sz="3600" dirty="0"/>
            </a:br>
            <a:br>
              <a:rPr lang="en-GB" dirty="0"/>
            </a:br>
            <a:r>
              <a:rPr lang="en-US" sz="2200" b="0" dirty="0"/>
              <a:t>• This project demonstrates steganography by hiding a secret message inside an image.</a:t>
            </a:r>
            <a:br>
              <a:rPr lang="en-US" sz="2200" b="0" dirty="0"/>
            </a:br>
            <a:br>
              <a:rPr lang="en-US" sz="2200" b="0" dirty="0"/>
            </a:br>
            <a:r>
              <a:rPr lang="en-US" sz="2200" b="0" dirty="0"/>
              <a:t>• The message is embedded into image pixels using encoding techniques.</a:t>
            </a:r>
            <a:br>
              <a:rPr lang="en-US" sz="2200" b="0" dirty="0"/>
            </a:br>
            <a:br>
              <a:rPr lang="en-US" sz="2200" b="0" dirty="0"/>
            </a:br>
            <a:r>
              <a:rPr lang="en-US" sz="2200" b="0" dirty="0"/>
              <a:t>• The hidden message is invisible to the human eye.</a:t>
            </a:r>
            <a:br>
              <a:rPr lang="en-US" sz="2200" b="0" dirty="0"/>
            </a:br>
            <a:br>
              <a:rPr lang="en-US" sz="2200" b="0" dirty="0"/>
            </a:br>
            <a:r>
              <a:rPr lang="en-US" sz="2200" b="0" dirty="0"/>
              <a:t>• The project also includes decryption to retrieve the original message.</a:t>
            </a:r>
            <a:br>
              <a:rPr lang="en-US" sz="2200" b="0" dirty="0"/>
            </a:br>
            <a:br>
              <a:rPr lang="en-US" sz="2200" b="0" dirty="0"/>
            </a:br>
            <a:r>
              <a:rPr lang="en-US" sz="2200" b="0" dirty="0"/>
              <a:t>• It ensures secure and hidden communication.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Cybersecurity Students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Data Security Professionals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Ethical Hackers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Researchers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Organizations requiring secure communication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Python Programming Language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Libraries: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PIL / Pillow (Image Processing)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OpenCV (optional)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File Handling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Basic Encryption &amp; Decryption Techniques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09DB5F-C934-27FC-1AAB-D675AB46A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8" y="1109339"/>
            <a:ext cx="4810442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554</TotalTime>
  <Words>190</Words>
  <Application>Microsoft Office PowerPoint</Application>
  <PresentationFormat>Widescreen</PresentationFormat>
  <Paragraphs>31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Project Title - Steganography – Hiding Message in an Image</vt:lpstr>
      <vt:lpstr>PROBLEM  STATEMENT</vt:lpstr>
      <vt:lpstr>Project Description  • This project demonstrates steganography by hiding a secret message inside an image.  • The message is embedded into image pixels using encoding techniques.  • The hidden message is invisible to the human eye.  • The project also includes decryption to retrieve the original message.  • It ensures secure and hidden communication.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Vedika Naidu</cp:lastModifiedBy>
  <cp:revision>74</cp:revision>
  <dcterms:created xsi:type="dcterms:W3CDTF">2021-07-11T13:13:15Z</dcterms:created>
  <dcterms:modified xsi:type="dcterms:W3CDTF">2026-04-07T07:50:58Z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