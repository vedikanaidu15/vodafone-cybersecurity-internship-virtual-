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19469" y="3191069"/>
            <a:ext cx="7893491" cy="1812427"/>
          </a:xfrm>
        </p:spPr>
        <p:txBody>
          <a:bodyPr>
            <a:normAutofit/>
          </a:bodyPr>
          <a:lstStyle/>
          <a:p>
            <a:pPr algn="ctr"/>
            <a:r>
              <a:rPr lang="en-US" sz="2800" b="0" dirty="0">
                <a:solidFill>
                  <a:schemeClr val="tx1"/>
                </a:solidFill>
              </a:rPr>
              <a:t>VEDIKA NAIDU</a:t>
            </a:r>
            <a:endParaRPr lang="en-IN" sz="28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254" y="2050553"/>
            <a:ext cx="9893338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 </a:t>
            </a:r>
            <a:r>
              <a:rPr lang="en-IN" dirty="0"/>
              <a:t>Keystroke Logging Demonstration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Monitoring user activity is important for security and analysis purposes.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Malicious keyloggers can capture sensitive information like passwords.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There is a need to understand how keyloggers work in order to detect and prevent them.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Demonstrating keylogging in a controlled environment helps in learning cybersecurity concepts safely.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Project Description</a:t>
            </a:r>
            <a:br>
              <a:rPr lang="en-GB" sz="3600" dirty="0"/>
            </a:br>
            <a:br>
              <a:rPr lang="en-GB" dirty="0"/>
            </a:br>
            <a:r>
              <a:rPr lang="en-US" sz="2200" b="0" dirty="0"/>
              <a:t>• This project demonstrates how a keylogger captures keystrokes from a user.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b="0" dirty="0"/>
              <a:t>• The system records keyboard inputs and stores them in different formats.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b="0" dirty="0"/>
              <a:t>• Data can be stored as:</a:t>
            </a:r>
            <a:br>
              <a:rPr lang="en-US" sz="2200" b="0" dirty="0"/>
            </a:br>
            <a:r>
              <a:rPr lang="en-US" sz="2200" b="0" dirty="0"/>
              <a:t>  - Text file</a:t>
            </a:r>
            <a:br>
              <a:rPr lang="en-US" sz="2200" b="0" dirty="0"/>
            </a:br>
            <a:r>
              <a:rPr lang="en-US" sz="2200" b="0" dirty="0"/>
              <a:t>  - JSON format</a:t>
            </a:r>
            <a:br>
              <a:rPr lang="en-US" sz="2200" b="0" dirty="0"/>
            </a:br>
            <a:r>
              <a:rPr lang="en-US" sz="2200" b="0" dirty="0"/>
              <a:t>  - GUI display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b="0" dirty="0"/>
              <a:t>• The project helps in understanding both the working and risks of keylogging.</a:t>
            </a:r>
            <a:br>
              <a:rPr lang="en-GB" b="0" dirty="0"/>
            </a:br>
            <a:endParaRPr lang="en-IN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Cybersecurity Students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Ethical Hackers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Researchers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Software Developers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IT Security Professionals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Python Programming Language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Libraries:</a:t>
            </a:r>
          </a:p>
          <a:p>
            <a:pPr lvl="1">
              <a:lnSpc>
                <a:spcPct val="150000"/>
              </a:lnSpc>
            </a:pPr>
            <a:r>
              <a:rPr lang="en-IN" dirty="0" err="1">
                <a:solidFill>
                  <a:schemeClr val="tx1"/>
                </a:solidFill>
              </a:rPr>
              <a:t>pynput</a:t>
            </a:r>
            <a:r>
              <a:rPr lang="en-IN" dirty="0">
                <a:solidFill>
                  <a:schemeClr val="tx1"/>
                </a:solidFill>
              </a:rPr>
              <a:t> (for capturing keystrokes)</a:t>
            </a:r>
          </a:p>
          <a:p>
            <a:pPr lvl="1">
              <a:lnSpc>
                <a:spcPct val="150000"/>
              </a:lnSpc>
            </a:pPr>
            <a:r>
              <a:rPr lang="en-IN" dirty="0" err="1">
                <a:solidFill>
                  <a:schemeClr val="tx1"/>
                </a:solidFill>
              </a:rPr>
              <a:t>json</a:t>
            </a:r>
            <a:r>
              <a:rPr lang="en-IN" dirty="0">
                <a:solidFill>
                  <a:schemeClr val="tx1"/>
                </a:solidFill>
              </a:rPr>
              <a:t> (for storing data)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tkinter</a:t>
            </a:r>
            <a:r>
              <a:rPr lang="en-IN" dirty="0">
                <a:solidFill>
                  <a:schemeClr val="tx1"/>
                </a:solidFill>
              </a:rPr>
              <a:t> (for GUI)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File Handling (Text &amp; JSON)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Desktop Environment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B07CE9-0E5E-A155-6602-BF715C82A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201586"/>
            <a:ext cx="5659529" cy="489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192</Words>
  <Application>Microsoft Office PowerPoint</Application>
  <PresentationFormat>Widescreen</PresentationFormat>
  <Paragraphs>31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 - Keystroke Logging Demonstration</vt:lpstr>
      <vt:lpstr>PROBLEM  STATEMENT</vt:lpstr>
      <vt:lpstr>Project Description  • This project demonstrates how a keylogger captures keystrokes from a user.  • The system records keyboard inputs and stores them in different formats.  • Data can be stored as:   - Text file   - JSON format   - GUI display  • The project helps in understanding both the working and risks of keylogging.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Vedika Naidu</cp:lastModifiedBy>
  <cp:revision>74</cp:revision>
  <dcterms:created xsi:type="dcterms:W3CDTF">2021-07-11T13:13:15Z</dcterms:created>
  <dcterms:modified xsi:type="dcterms:W3CDTF">2026-04-07T07:38:05Z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