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4/7/2026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4/7/2026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8923" y="2967135"/>
            <a:ext cx="8304038" cy="2036361"/>
          </a:xfrm>
        </p:spPr>
        <p:txBody>
          <a:bodyPr/>
          <a:lstStyle/>
          <a:p>
            <a:pPr algn="ctr"/>
            <a:r>
              <a:rPr lang="en-US" b="0" dirty="0">
                <a:solidFill>
                  <a:schemeClr val="tx1"/>
                </a:solidFill>
              </a:rPr>
              <a:t>VEDIKA NAIDU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094" y="2050553"/>
            <a:ext cx="10490497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</a:t>
            </a:r>
            <a:r>
              <a:rPr lang="en-US" dirty="0"/>
              <a:t>Network Stress Simulation using NS2 (DoS Attack)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This course focuses on understanding cybersecurity concepts and network vulnerabilities.</a:t>
            </a:r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It introduces simulation-based learning using NS2 (Network Simulator 2).</a:t>
            </a:r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The course helps students understand real-world cyber attacks like DoS in a controlled environment.</a:t>
            </a:r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It enhances knowledge of network security, protocols, and attack prevention techniques.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sz="3100" dirty="0"/>
              <a:t>Project Description</a:t>
            </a:r>
            <a:br>
              <a:rPr lang="en-GB" sz="2700" dirty="0"/>
            </a:br>
            <a:br>
              <a:rPr lang="en-GB" dirty="0"/>
            </a:br>
            <a:r>
              <a:rPr lang="en-GB" sz="1800" dirty="0"/>
              <a:t> </a:t>
            </a:r>
            <a:r>
              <a:rPr lang="en-US" sz="1800" dirty="0"/>
              <a:t>• </a:t>
            </a:r>
            <a:r>
              <a:rPr lang="en-US" sz="1800" b="0" dirty="0"/>
              <a:t>This project focuses on simulating a DoS attack using NS2 (Network Simulator 2).</a:t>
            </a:r>
            <a:br>
              <a:rPr lang="en-US" sz="1800" b="0" dirty="0"/>
            </a:br>
            <a:br>
              <a:rPr lang="en-US" sz="1800" b="0" dirty="0"/>
            </a:br>
            <a:r>
              <a:rPr lang="en-US" sz="1800" b="0" dirty="0"/>
              <a:t>• A virtual network is created with multiple nodes.</a:t>
            </a:r>
            <a:br>
              <a:rPr lang="en-US" sz="1800" b="0" dirty="0"/>
            </a:br>
            <a:br>
              <a:rPr lang="en-US" sz="1800" b="0" dirty="0"/>
            </a:br>
            <a:r>
              <a:rPr lang="en-US" sz="1800" b="0" dirty="0"/>
              <a:t>• One or more nodes act as attackers sending high traffic to a target node.</a:t>
            </a:r>
            <a:br>
              <a:rPr lang="en-US" sz="1800" b="0" dirty="0"/>
            </a:br>
            <a:br>
              <a:rPr lang="en-US" sz="1800" b="0" dirty="0"/>
            </a:br>
            <a:r>
              <a:rPr lang="en-US" sz="1800" b="0" dirty="0"/>
              <a:t>• The simulation demonstrates how excessive traffic causes congestion and affects performance.</a:t>
            </a:r>
            <a:br>
              <a:rPr lang="en-US" sz="1800" b="0" dirty="0"/>
            </a:br>
            <a:br>
              <a:rPr lang="en-US" sz="1800" b="0" dirty="0"/>
            </a:br>
            <a:r>
              <a:rPr lang="en-US" sz="1800" b="0" dirty="0"/>
              <a:t>• It helps in understanding the behavior of networks under stress conditions.</a:t>
            </a:r>
            <a:br>
              <a:rPr lang="en-GB" b="0" dirty="0"/>
            </a:br>
            <a:endParaRPr lang="en-IN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/>
              <a:t>Cybersecurity Students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Network Engineers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Ethical Hackers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Researchers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IT Professionals</a:t>
            </a:r>
            <a:endParaRPr lang="en-IN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IN" dirty="0"/>
              <a:t>NS2 (Network Simulator 2)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TCL Scripting Language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Networking Protocols (TCP/UDP)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Linux / Virtual Machine Environment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Simulation Tools for Network Analysis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5593636" cy="4305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Successful simulation of DoS attack in a network environment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Observed heavy traffic load on target node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Network congestion occurred during attack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Packet loss and delay were observed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Target system became slow and unresponsive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555</TotalTime>
  <Words>239</Words>
  <Application>Microsoft Office PowerPoint</Application>
  <PresentationFormat>Widescreen</PresentationFormat>
  <Paragraphs>38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Project Title - Network Stress Simulation using NS2 (DoS Attack)</vt:lpstr>
      <vt:lpstr>PROBLEM  STATEMENT</vt:lpstr>
      <vt:lpstr>Project Description   • This project focuses on simulating a DoS attack using NS2 (Network Simulator 2).  • A virtual network is created with multiple nodes.  • One or more nodes act as attackers sending high traffic to a target node.  • The simulation demonstrates how excessive traffic causes congestion and affects performance.  • It helps in understanding the behavior of networks under stress conditions.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Vedika Naidu</cp:lastModifiedBy>
  <cp:revision>74</cp:revision>
  <dcterms:created xsi:type="dcterms:W3CDTF">2021-07-11T13:13:15Z</dcterms:created>
  <dcterms:modified xsi:type="dcterms:W3CDTF">2026-04-07T07:18:20Z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